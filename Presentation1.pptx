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7" r:id="rId4"/>
    <p:sldId id="259" r:id="rId5"/>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43"/>
  </p:normalViewPr>
  <p:slideViewPr>
    <p:cSldViewPr snapToGrid="0" snapToObjects="1">
      <p:cViewPr varScale="1">
        <p:scale>
          <a:sx n="105" d="100"/>
          <a:sy n="105" d="100"/>
        </p:scale>
        <p:origin x="84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76CF1-43C0-0141-A12F-CD359B48053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BE"/>
          </a:p>
        </p:txBody>
      </p:sp>
      <p:sp>
        <p:nvSpPr>
          <p:cNvPr id="3" name="Subtitle 2">
            <a:extLst>
              <a:ext uri="{FF2B5EF4-FFF2-40B4-BE49-F238E27FC236}">
                <a16:creationId xmlns:a16="http://schemas.microsoft.com/office/drawing/2014/main" id="{22BC211A-4521-E441-9530-7FD6FAAD04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E"/>
          </a:p>
        </p:txBody>
      </p:sp>
      <p:sp>
        <p:nvSpPr>
          <p:cNvPr id="4" name="Date Placeholder 3">
            <a:extLst>
              <a:ext uri="{FF2B5EF4-FFF2-40B4-BE49-F238E27FC236}">
                <a16:creationId xmlns:a16="http://schemas.microsoft.com/office/drawing/2014/main" id="{3840FAF3-ED77-8C4F-8986-348A6F23B14B}"/>
              </a:ext>
            </a:extLst>
          </p:cNvPr>
          <p:cNvSpPr>
            <a:spLocks noGrp="1"/>
          </p:cNvSpPr>
          <p:nvPr>
            <p:ph type="dt" sz="half" idx="10"/>
          </p:nvPr>
        </p:nvSpPr>
        <p:spPr/>
        <p:txBody>
          <a:bodyPr/>
          <a:lstStyle/>
          <a:p>
            <a:fld id="{1B6371F6-8554-F34C-9876-127CDB39A14D}" type="datetimeFigureOut">
              <a:rPr lang="en-BE" smtClean="0"/>
              <a:t>15/12/2021</a:t>
            </a:fld>
            <a:endParaRPr lang="en-BE"/>
          </a:p>
        </p:txBody>
      </p:sp>
      <p:sp>
        <p:nvSpPr>
          <p:cNvPr id="5" name="Footer Placeholder 4">
            <a:extLst>
              <a:ext uri="{FF2B5EF4-FFF2-40B4-BE49-F238E27FC236}">
                <a16:creationId xmlns:a16="http://schemas.microsoft.com/office/drawing/2014/main" id="{45F5C89F-DC5F-EA42-B996-C52D157A7BCF}"/>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8307DF7B-DCE9-6B44-96AD-2AC4C5C1814F}"/>
              </a:ext>
            </a:extLst>
          </p:cNvPr>
          <p:cNvSpPr>
            <a:spLocks noGrp="1"/>
          </p:cNvSpPr>
          <p:nvPr>
            <p:ph type="sldNum" sz="quarter" idx="12"/>
          </p:nvPr>
        </p:nvSpPr>
        <p:spPr/>
        <p:txBody>
          <a:bodyPr/>
          <a:lstStyle/>
          <a:p>
            <a:fld id="{CBD0E197-50E5-BF4F-9C67-4212B4C0441F}" type="slidenum">
              <a:rPr lang="en-BE" smtClean="0"/>
              <a:t>‹#›</a:t>
            </a:fld>
            <a:endParaRPr lang="en-BE"/>
          </a:p>
        </p:txBody>
      </p:sp>
    </p:spTree>
    <p:extLst>
      <p:ext uri="{BB962C8B-B14F-4D97-AF65-F5344CB8AC3E}">
        <p14:creationId xmlns:p14="http://schemas.microsoft.com/office/powerpoint/2010/main" val="68656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4A3AB-07FB-E042-AA46-5CFF9044C396}"/>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1CA90C33-8D05-1042-B391-4D6037F9589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9BA096FA-1D4E-534B-B2FF-282851DD56B4}"/>
              </a:ext>
            </a:extLst>
          </p:cNvPr>
          <p:cNvSpPr>
            <a:spLocks noGrp="1"/>
          </p:cNvSpPr>
          <p:nvPr>
            <p:ph type="dt" sz="half" idx="10"/>
          </p:nvPr>
        </p:nvSpPr>
        <p:spPr/>
        <p:txBody>
          <a:bodyPr/>
          <a:lstStyle/>
          <a:p>
            <a:fld id="{1B6371F6-8554-F34C-9876-127CDB39A14D}" type="datetimeFigureOut">
              <a:rPr lang="en-BE" smtClean="0"/>
              <a:t>15/12/2021</a:t>
            </a:fld>
            <a:endParaRPr lang="en-BE"/>
          </a:p>
        </p:txBody>
      </p:sp>
      <p:sp>
        <p:nvSpPr>
          <p:cNvPr id="5" name="Footer Placeholder 4">
            <a:extLst>
              <a:ext uri="{FF2B5EF4-FFF2-40B4-BE49-F238E27FC236}">
                <a16:creationId xmlns:a16="http://schemas.microsoft.com/office/drawing/2014/main" id="{8231C441-43D1-9E49-B7F7-FB5C338D77F2}"/>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429F4793-3AA6-864C-A59F-F199F8B97C61}"/>
              </a:ext>
            </a:extLst>
          </p:cNvPr>
          <p:cNvSpPr>
            <a:spLocks noGrp="1"/>
          </p:cNvSpPr>
          <p:nvPr>
            <p:ph type="sldNum" sz="quarter" idx="12"/>
          </p:nvPr>
        </p:nvSpPr>
        <p:spPr/>
        <p:txBody>
          <a:bodyPr/>
          <a:lstStyle/>
          <a:p>
            <a:fld id="{CBD0E197-50E5-BF4F-9C67-4212B4C0441F}" type="slidenum">
              <a:rPr lang="en-BE" smtClean="0"/>
              <a:t>‹#›</a:t>
            </a:fld>
            <a:endParaRPr lang="en-BE"/>
          </a:p>
        </p:txBody>
      </p:sp>
    </p:spTree>
    <p:extLst>
      <p:ext uri="{BB962C8B-B14F-4D97-AF65-F5344CB8AC3E}">
        <p14:creationId xmlns:p14="http://schemas.microsoft.com/office/powerpoint/2010/main" val="2668955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EF1C1-85A3-6944-9D97-081539669FA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E"/>
          </a:p>
        </p:txBody>
      </p:sp>
      <p:sp>
        <p:nvSpPr>
          <p:cNvPr id="3" name="Text Placeholder 2">
            <a:extLst>
              <a:ext uri="{FF2B5EF4-FFF2-40B4-BE49-F238E27FC236}">
                <a16:creationId xmlns:a16="http://schemas.microsoft.com/office/drawing/2014/main" id="{A39B818E-8BC7-EF47-A0CD-DFDCF81905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7BF10A8-6E6D-1C48-B8D3-537D2033D553}"/>
              </a:ext>
            </a:extLst>
          </p:cNvPr>
          <p:cNvSpPr>
            <a:spLocks noGrp="1"/>
          </p:cNvSpPr>
          <p:nvPr>
            <p:ph type="dt" sz="half" idx="10"/>
          </p:nvPr>
        </p:nvSpPr>
        <p:spPr/>
        <p:txBody>
          <a:bodyPr/>
          <a:lstStyle/>
          <a:p>
            <a:fld id="{1B6371F6-8554-F34C-9876-127CDB39A14D}" type="datetimeFigureOut">
              <a:rPr lang="en-BE" smtClean="0"/>
              <a:t>15/12/2021</a:t>
            </a:fld>
            <a:endParaRPr lang="en-BE"/>
          </a:p>
        </p:txBody>
      </p:sp>
      <p:sp>
        <p:nvSpPr>
          <p:cNvPr id="5" name="Footer Placeholder 4">
            <a:extLst>
              <a:ext uri="{FF2B5EF4-FFF2-40B4-BE49-F238E27FC236}">
                <a16:creationId xmlns:a16="http://schemas.microsoft.com/office/drawing/2014/main" id="{21AA1DB1-EC8D-F54A-9C48-A6A1CA029D55}"/>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095D4BF8-E1AB-C148-8406-7B2D3DF22634}"/>
              </a:ext>
            </a:extLst>
          </p:cNvPr>
          <p:cNvSpPr>
            <a:spLocks noGrp="1"/>
          </p:cNvSpPr>
          <p:nvPr>
            <p:ph type="sldNum" sz="quarter" idx="12"/>
          </p:nvPr>
        </p:nvSpPr>
        <p:spPr/>
        <p:txBody>
          <a:bodyPr/>
          <a:lstStyle/>
          <a:p>
            <a:fld id="{CBD0E197-50E5-BF4F-9C67-4212B4C0441F}" type="slidenum">
              <a:rPr lang="en-BE" smtClean="0"/>
              <a:t>‹#›</a:t>
            </a:fld>
            <a:endParaRPr lang="en-BE"/>
          </a:p>
        </p:txBody>
      </p:sp>
    </p:spTree>
    <p:extLst>
      <p:ext uri="{BB962C8B-B14F-4D97-AF65-F5344CB8AC3E}">
        <p14:creationId xmlns:p14="http://schemas.microsoft.com/office/powerpoint/2010/main" val="2166135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85D3C-E888-A84B-9C3B-7317EB66C61E}"/>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47D398F7-5761-7348-A872-C65E75B3912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Content Placeholder 3">
            <a:extLst>
              <a:ext uri="{FF2B5EF4-FFF2-40B4-BE49-F238E27FC236}">
                <a16:creationId xmlns:a16="http://schemas.microsoft.com/office/drawing/2014/main" id="{D516EF8A-EA39-3849-AB37-6BFC201E0BA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Date Placeholder 4">
            <a:extLst>
              <a:ext uri="{FF2B5EF4-FFF2-40B4-BE49-F238E27FC236}">
                <a16:creationId xmlns:a16="http://schemas.microsoft.com/office/drawing/2014/main" id="{FFF6BAA4-2CF1-8248-B217-B8268AAC5317}"/>
              </a:ext>
            </a:extLst>
          </p:cNvPr>
          <p:cNvSpPr>
            <a:spLocks noGrp="1"/>
          </p:cNvSpPr>
          <p:nvPr>
            <p:ph type="dt" sz="half" idx="10"/>
          </p:nvPr>
        </p:nvSpPr>
        <p:spPr/>
        <p:txBody>
          <a:bodyPr/>
          <a:lstStyle/>
          <a:p>
            <a:fld id="{1B6371F6-8554-F34C-9876-127CDB39A14D}" type="datetimeFigureOut">
              <a:rPr lang="en-BE" smtClean="0"/>
              <a:t>15/12/2021</a:t>
            </a:fld>
            <a:endParaRPr lang="en-BE"/>
          </a:p>
        </p:txBody>
      </p:sp>
      <p:sp>
        <p:nvSpPr>
          <p:cNvPr id="6" name="Footer Placeholder 5">
            <a:extLst>
              <a:ext uri="{FF2B5EF4-FFF2-40B4-BE49-F238E27FC236}">
                <a16:creationId xmlns:a16="http://schemas.microsoft.com/office/drawing/2014/main" id="{571A0663-20CB-9C45-B668-0DB8CFE8956C}"/>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A989AA13-8A9B-6949-94A6-F4E37A633D48}"/>
              </a:ext>
            </a:extLst>
          </p:cNvPr>
          <p:cNvSpPr>
            <a:spLocks noGrp="1"/>
          </p:cNvSpPr>
          <p:nvPr>
            <p:ph type="sldNum" sz="quarter" idx="12"/>
          </p:nvPr>
        </p:nvSpPr>
        <p:spPr/>
        <p:txBody>
          <a:bodyPr/>
          <a:lstStyle/>
          <a:p>
            <a:fld id="{CBD0E197-50E5-BF4F-9C67-4212B4C0441F}" type="slidenum">
              <a:rPr lang="en-BE" smtClean="0"/>
              <a:t>‹#›</a:t>
            </a:fld>
            <a:endParaRPr lang="en-BE"/>
          </a:p>
        </p:txBody>
      </p:sp>
    </p:spTree>
    <p:extLst>
      <p:ext uri="{BB962C8B-B14F-4D97-AF65-F5344CB8AC3E}">
        <p14:creationId xmlns:p14="http://schemas.microsoft.com/office/powerpoint/2010/main" val="1690318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7FA0F-34AB-4F48-A413-9B077A986770}"/>
              </a:ext>
            </a:extLst>
          </p:cNvPr>
          <p:cNvSpPr>
            <a:spLocks noGrp="1"/>
          </p:cNvSpPr>
          <p:nvPr>
            <p:ph type="title"/>
          </p:nvPr>
        </p:nvSpPr>
        <p:spPr>
          <a:xfrm>
            <a:off x="839788" y="365125"/>
            <a:ext cx="10515600" cy="1325563"/>
          </a:xfrm>
        </p:spPr>
        <p:txBody>
          <a:bodyPr/>
          <a:lstStyle/>
          <a:p>
            <a:r>
              <a:rPr lang="en-GB"/>
              <a:t>Click to edit Master title style</a:t>
            </a:r>
            <a:endParaRPr lang="en-BE"/>
          </a:p>
        </p:txBody>
      </p:sp>
      <p:sp>
        <p:nvSpPr>
          <p:cNvPr id="3" name="Text Placeholder 2">
            <a:extLst>
              <a:ext uri="{FF2B5EF4-FFF2-40B4-BE49-F238E27FC236}">
                <a16:creationId xmlns:a16="http://schemas.microsoft.com/office/drawing/2014/main" id="{DD79868A-4640-0949-AA12-FADF1F9A38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3BF85EF-CAF9-E447-A9F8-1A55A257910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ext Placeholder 4">
            <a:extLst>
              <a:ext uri="{FF2B5EF4-FFF2-40B4-BE49-F238E27FC236}">
                <a16:creationId xmlns:a16="http://schemas.microsoft.com/office/drawing/2014/main" id="{B367443B-688D-CF49-815C-8BDD8360EB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E637D1B-60DF-774C-8AA9-CCCF28B3144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7" name="Date Placeholder 6">
            <a:extLst>
              <a:ext uri="{FF2B5EF4-FFF2-40B4-BE49-F238E27FC236}">
                <a16:creationId xmlns:a16="http://schemas.microsoft.com/office/drawing/2014/main" id="{FEEA5E39-5476-A442-AA54-E997A5907A1C}"/>
              </a:ext>
            </a:extLst>
          </p:cNvPr>
          <p:cNvSpPr>
            <a:spLocks noGrp="1"/>
          </p:cNvSpPr>
          <p:nvPr>
            <p:ph type="dt" sz="half" idx="10"/>
          </p:nvPr>
        </p:nvSpPr>
        <p:spPr/>
        <p:txBody>
          <a:bodyPr/>
          <a:lstStyle/>
          <a:p>
            <a:fld id="{1B6371F6-8554-F34C-9876-127CDB39A14D}" type="datetimeFigureOut">
              <a:rPr lang="en-BE" smtClean="0"/>
              <a:t>15/12/2021</a:t>
            </a:fld>
            <a:endParaRPr lang="en-BE"/>
          </a:p>
        </p:txBody>
      </p:sp>
      <p:sp>
        <p:nvSpPr>
          <p:cNvPr id="8" name="Footer Placeholder 7">
            <a:extLst>
              <a:ext uri="{FF2B5EF4-FFF2-40B4-BE49-F238E27FC236}">
                <a16:creationId xmlns:a16="http://schemas.microsoft.com/office/drawing/2014/main" id="{8C1A51E2-7D5F-174D-8868-8FC9FB263193}"/>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FB726409-85AB-A840-BF46-331C2B1F7FD3}"/>
              </a:ext>
            </a:extLst>
          </p:cNvPr>
          <p:cNvSpPr>
            <a:spLocks noGrp="1"/>
          </p:cNvSpPr>
          <p:nvPr>
            <p:ph type="sldNum" sz="quarter" idx="12"/>
          </p:nvPr>
        </p:nvSpPr>
        <p:spPr/>
        <p:txBody>
          <a:bodyPr/>
          <a:lstStyle/>
          <a:p>
            <a:fld id="{CBD0E197-50E5-BF4F-9C67-4212B4C0441F}" type="slidenum">
              <a:rPr lang="en-BE" smtClean="0"/>
              <a:t>‹#›</a:t>
            </a:fld>
            <a:endParaRPr lang="en-BE"/>
          </a:p>
        </p:txBody>
      </p:sp>
    </p:spTree>
    <p:extLst>
      <p:ext uri="{BB962C8B-B14F-4D97-AF65-F5344CB8AC3E}">
        <p14:creationId xmlns:p14="http://schemas.microsoft.com/office/powerpoint/2010/main" val="1173621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96DC5-E5BF-5243-98BB-FE3F08EBE1E1}"/>
              </a:ext>
            </a:extLst>
          </p:cNvPr>
          <p:cNvSpPr>
            <a:spLocks noGrp="1"/>
          </p:cNvSpPr>
          <p:nvPr>
            <p:ph type="title"/>
          </p:nvPr>
        </p:nvSpPr>
        <p:spPr/>
        <p:txBody>
          <a:bodyPr/>
          <a:lstStyle/>
          <a:p>
            <a:r>
              <a:rPr lang="en-GB"/>
              <a:t>Click to edit Master title style</a:t>
            </a:r>
            <a:endParaRPr lang="en-BE"/>
          </a:p>
        </p:txBody>
      </p:sp>
      <p:sp>
        <p:nvSpPr>
          <p:cNvPr id="3" name="Date Placeholder 2">
            <a:extLst>
              <a:ext uri="{FF2B5EF4-FFF2-40B4-BE49-F238E27FC236}">
                <a16:creationId xmlns:a16="http://schemas.microsoft.com/office/drawing/2014/main" id="{9056FD21-F7E6-3D44-9E11-D06E3AA30CF5}"/>
              </a:ext>
            </a:extLst>
          </p:cNvPr>
          <p:cNvSpPr>
            <a:spLocks noGrp="1"/>
          </p:cNvSpPr>
          <p:nvPr>
            <p:ph type="dt" sz="half" idx="10"/>
          </p:nvPr>
        </p:nvSpPr>
        <p:spPr/>
        <p:txBody>
          <a:bodyPr/>
          <a:lstStyle/>
          <a:p>
            <a:fld id="{1B6371F6-8554-F34C-9876-127CDB39A14D}" type="datetimeFigureOut">
              <a:rPr lang="en-BE" smtClean="0"/>
              <a:t>15/12/2021</a:t>
            </a:fld>
            <a:endParaRPr lang="en-BE"/>
          </a:p>
        </p:txBody>
      </p:sp>
      <p:sp>
        <p:nvSpPr>
          <p:cNvPr id="4" name="Footer Placeholder 3">
            <a:extLst>
              <a:ext uri="{FF2B5EF4-FFF2-40B4-BE49-F238E27FC236}">
                <a16:creationId xmlns:a16="http://schemas.microsoft.com/office/drawing/2014/main" id="{EBC67149-FCD4-B449-BB96-99A025F14647}"/>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79A3865F-0B56-734A-B634-13F31477D73E}"/>
              </a:ext>
            </a:extLst>
          </p:cNvPr>
          <p:cNvSpPr>
            <a:spLocks noGrp="1"/>
          </p:cNvSpPr>
          <p:nvPr>
            <p:ph type="sldNum" sz="quarter" idx="12"/>
          </p:nvPr>
        </p:nvSpPr>
        <p:spPr/>
        <p:txBody>
          <a:bodyPr/>
          <a:lstStyle/>
          <a:p>
            <a:fld id="{CBD0E197-50E5-BF4F-9C67-4212B4C0441F}" type="slidenum">
              <a:rPr lang="en-BE" smtClean="0"/>
              <a:t>‹#›</a:t>
            </a:fld>
            <a:endParaRPr lang="en-BE"/>
          </a:p>
        </p:txBody>
      </p:sp>
    </p:spTree>
    <p:extLst>
      <p:ext uri="{BB962C8B-B14F-4D97-AF65-F5344CB8AC3E}">
        <p14:creationId xmlns:p14="http://schemas.microsoft.com/office/powerpoint/2010/main" val="2360768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7623CA-7010-484C-B8A1-C7C94A68C292}"/>
              </a:ext>
            </a:extLst>
          </p:cNvPr>
          <p:cNvSpPr>
            <a:spLocks noGrp="1"/>
          </p:cNvSpPr>
          <p:nvPr>
            <p:ph type="dt" sz="half" idx="10"/>
          </p:nvPr>
        </p:nvSpPr>
        <p:spPr/>
        <p:txBody>
          <a:bodyPr/>
          <a:lstStyle/>
          <a:p>
            <a:fld id="{1B6371F6-8554-F34C-9876-127CDB39A14D}" type="datetimeFigureOut">
              <a:rPr lang="en-BE" smtClean="0"/>
              <a:t>15/12/2021</a:t>
            </a:fld>
            <a:endParaRPr lang="en-BE"/>
          </a:p>
        </p:txBody>
      </p:sp>
      <p:sp>
        <p:nvSpPr>
          <p:cNvPr id="3" name="Footer Placeholder 2">
            <a:extLst>
              <a:ext uri="{FF2B5EF4-FFF2-40B4-BE49-F238E27FC236}">
                <a16:creationId xmlns:a16="http://schemas.microsoft.com/office/drawing/2014/main" id="{E57FA1C6-3D24-B741-8474-B42ECAC74577}"/>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CDDD7F39-15E8-3049-8437-9285683712CF}"/>
              </a:ext>
            </a:extLst>
          </p:cNvPr>
          <p:cNvSpPr>
            <a:spLocks noGrp="1"/>
          </p:cNvSpPr>
          <p:nvPr>
            <p:ph type="sldNum" sz="quarter" idx="12"/>
          </p:nvPr>
        </p:nvSpPr>
        <p:spPr/>
        <p:txBody>
          <a:bodyPr/>
          <a:lstStyle/>
          <a:p>
            <a:fld id="{CBD0E197-50E5-BF4F-9C67-4212B4C0441F}" type="slidenum">
              <a:rPr lang="en-BE" smtClean="0"/>
              <a:t>‹#›</a:t>
            </a:fld>
            <a:endParaRPr lang="en-BE"/>
          </a:p>
        </p:txBody>
      </p:sp>
    </p:spTree>
    <p:extLst>
      <p:ext uri="{BB962C8B-B14F-4D97-AF65-F5344CB8AC3E}">
        <p14:creationId xmlns:p14="http://schemas.microsoft.com/office/powerpoint/2010/main" val="3595485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4A180-BC5F-CC47-91EC-90B39AADBA5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Content Placeholder 2">
            <a:extLst>
              <a:ext uri="{FF2B5EF4-FFF2-40B4-BE49-F238E27FC236}">
                <a16:creationId xmlns:a16="http://schemas.microsoft.com/office/drawing/2014/main" id="{D374BF39-4CC9-9A45-93A1-3F82BD70E2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Text Placeholder 3">
            <a:extLst>
              <a:ext uri="{FF2B5EF4-FFF2-40B4-BE49-F238E27FC236}">
                <a16:creationId xmlns:a16="http://schemas.microsoft.com/office/drawing/2014/main" id="{8D6F2FC1-7714-5D44-8037-B3FC3D8BDF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AED63DF-2C07-D740-A6DA-20644B03B820}"/>
              </a:ext>
            </a:extLst>
          </p:cNvPr>
          <p:cNvSpPr>
            <a:spLocks noGrp="1"/>
          </p:cNvSpPr>
          <p:nvPr>
            <p:ph type="dt" sz="half" idx="10"/>
          </p:nvPr>
        </p:nvSpPr>
        <p:spPr/>
        <p:txBody>
          <a:bodyPr/>
          <a:lstStyle/>
          <a:p>
            <a:fld id="{1B6371F6-8554-F34C-9876-127CDB39A14D}" type="datetimeFigureOut">
              <a:rPr lang="en-BE" smtClean="0"/>
              <a:t>15/12/2021</a:t>
            </a:fld>
            <a:endParaRPr lang="en-BE"/>
          </a:p>
        </p:txBody>
      </p:sp>
      <p:sp>
        <p:nvSpPr>
          <p:cNvPr id="6" name="Footer Placeholder 5">
            <a:extLst>
              <a:ext uri="{FF2B5EF4-FFF2-40B4-BE49-F238E27FC236}">
                <a16:creationId xmlns:a16="http://schemas.microsoft.com/office/drawing/2014/main" id="{B503253D-7F16-AD4C-A7E7-3618C5378918}"/>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25B9E5CD-09A9-4E41-B5A5-D15A700FE906}"/>
              </a:ext>
            </a:extLst>
          </p:cNvPr>
          <p:cNvSpPr>
            <a:spLocks noGrp="1"/>
          </p:cNvSpPr>
          <p:nvPr>
            <p:ph type="sldNum" sz="quarter" idx="12"/>
          </p:nvPr>
        </p:nvSpPr>
        <p:spPr/>
        <p:txBody>
          <a:bodyPr/>
          <a:lstStyle/>
          <a:p>
            <a:fld id="{CBD0E197-50E5-BF4F-9C67-4212B4C0441F}" type="slidenum">
              <a:rPr lang="en-BE" smtClean="0"/>
              <a:t>‹#›</a:t>
            </a:fld>
            <a:endParaRPr lang="en-BE"/>
          </a:p>
        </p:txBody>
      </p:sp>
    </p:spTree>
    <p:extLst>
      <p:ext uri="{BB962C8B-B14F-4D97-AF65-F5344CB8AC3E}">
        <p14:creationId xmlns:p14="http://schemas.microsoft.com/office/powerpoint/2010/main" val="2751294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717D3-E1E3-7C42-A191-1BCBA7C36E2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Picture Placeholder 2">
            <a:extLst>
              <a:ext uri="{FF2B5EF4-FFF2-40B4-BE49-F238E27FC236}">
                <a16:creationId xmlns:a16="http://schemas.microsoft.com/office/drawing/2014/main" id="{48A2D34A-C2FF-2A43-B358-8A86F13230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E"/>
          </a:p>
        </p:txBody>
      </p:sp>
      <p:sp>
        <p:nvSpPr>
          <p:cNvPr id="4" name="Text Placeholder 3">
            <a:extLst>
              <a:ext uri="{FF2B5EF4-FFF2-40B4-BE49-F238E27FC236}">
                <a16:creationId xmlns:a16="http://schemas.microsoft.com/office/drawing/2014/main" id="{57AE0D0B-AF69-D445-B066-91CB5B1761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9BF509A-0ADF-D345-A5FF-74018BFDDEEF}"/>
              </a:ext>
            </a:extLst>
          </p:cNvPr>
          <p:cNvSpPr>
            <a:spLocks noGrp="1"/>
          </p:cNvSpPr>
          <p:nvPr>
            <p:ph type="dt" sz="half" idx="10"/>
          </p:nvPr>
        </p:nvSpPr>
        <p:spPr/>
        <p:txBody>
          <a:bodyPr/>
          <a:lstStyle/>
          <a:p>
            <a:fld id="{1B6371F6-8554-F34C-9876-127CDB39A14D}" type="datetimeFigureOut">
              <a:rPr lang="en-BE" smtClean="0"/>
              <a:t>15/12/2021</a:t>
            </a:fld>
            <a:endParaRPr lang="en-BE"/>
          </a:p>
        </p:txBody>
      </p:sp>
      <p:sp>
        <p:nvSpPr>
          <p:cNvPr id="6" name="Footer Placeholder 5">
            <a:extLst>
              <a:ext uri="{FF2B5EF4-FFF2-40B4-BE49-F238E27FC236}">
                <a16:creationId xmlns:a16="http://schemas.microsoft.com/office/drawing/2014/main" id="{4A663A7A-2A29-9E41-B81A-B7ABDE5B2215}"/>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816E22EB-2D80-B144-BBE8-E85771C10B17}"/>
              </a:ext>
            </a:extLst>
          </p:cNvPr>
          <p:cNvSpPr>
            <a:spLocks noGrp="1"/>
          </p:cNvSpPr>
          <p:nvPr>
            <p:ph type="sldNum" sz="quarter" idx="12"/>
          </p:nvPr>
        </p:nvSpPr>
        <p:spPr/>
        <p:txBody>
          <a:bodyPr/>
          <a:lstStyle/>
          <a:p>
            <a:fld id="{CBD0E197-50E5-BF4F-9C67-4212B4C0441F}" type="slidenum">
              <a:rPr lang="en-BE" smtClean="0"/>
              <a:t>‹#›</a:t>
            </a:fld>
            <a:endParaRPr lang="en-BE"/>
          </a:p>
        </p:txBody>
      </p:sp>
    </p:spTree>
    <p:extLst>
      <p:ext uri="{BB962C8B-B14F-4D97-AF65-F5344CB8AC3E}">
        <p14:creationId xmlns:p14="http://schemas.microsoft.com/office/powerpoint/2010/main" val="2019769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6B475-1CC2-3D44-A319-8B79EB15D6DB}"/>
              </a:ext>
            </a:extLst>
          </p:cNvPr>
          <p:cNvSpPr>
            <a:spLocks noGrp="1"/>
          </p:cNvSpPr>
          <p:nvPr>
            <p:ph type="title"/>
          </p:nvPr>
        </p:nvSpPr>
        <p:spPr/>
        <p:txBody>
          <a:bodyPr/>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FFEDD408-6EBE-7648-B145-1A24B450C03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713AF1AE-0301-4E40-A960-3611A3BDF6BB}"/>
              </a:ext>
            </a:extLst>
          </p:cNvPr>
          <p:cNvSpPr>
            <a:spLocks noGrp="1"/>
          </p:cNvSpPr>
          <p:nvPr>
            <p:ph type="dt" sz="half" idx="10"/>
          </p:nvPr>
        </p:nvSpPr>
        <p:spPr/>
        <p:txBody>
          <a:bodyPr/>
          <a:lstStyle/>
          <a:p>
            <a:fld id="{1B6371F6-8554-F34C-9876-127CDB39A14D}" type="datetimeFigureOut">
              <a:rPr lang="en-BE" smtClean="0"/>
              <a:t>15/12/2021</a:t>
            </a:fld>
            <a:endParaRPr lang="en-BE"/>
          </a:p>
        </p:txBody>
      </p:sp>
      <p:sp>
        <p:nvSpPr>
          <p:cNvPr id="5" name="Footer Placeholder 4">
            <a:extLst>
              <a:ext uri="{FF2B5EF4-FFF2-40B4-BE49-F238E27FC236}">
                <a16:creationId xmlns:a16="http://schemas.microsoft.com/office/drawing/2014/main" id="{7569C68A-F431-DC4D-83E9-9394CECA18DD}"/>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7B8DBE5F-2F1C-644A-8093-7AC1306E45E1}"/>
              </a:ext>
            </a:extLst>
          </p:cNvPr>
          <p:cNvSpPr>
            <a:spLocks noGrp="1"/>
          </p:cNvSpPr>
          <p:nvPr>
            <p:ph type="sldNum" sz="quarter" idx="12"/>
          </p:nvPr>
        </p:nvSpPr>
        <p:spPr/>
        <p:txBody>
          <a:bodyPr/>
          <a:lstStyle/>
          <a:p>
            <a:fld id="{CBD0E197-50E5-BF4F-9C67-4212B4C0441F}" type="slidenum">
              <a:rPr lang="en-BE" smtClean="0"/>
              <a:t>‹#›</a:t>
            </a:fld>
            <a:endParaRPr lang="en-BE"/>
          </a:p>
        </p:txBody>
      </p:sp>
    </p:spTree>
    <p:extLst>
      <p:ext uri="{BB962C8B-B14F-4D97-AF65-F5344CB8AC3E}">
        <p14:creationId xmlns:p14="http://schemas.microsoft.com/office/powerpoint/2010/main" val="3872697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62E4AD-5902-0640-96A9-3F05370FF7A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BED91A27-D24F-1849-BF0D-CF8E69B6508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2E0487D7-E344-4B45-B992-55B658BA1DE5}"/>
              </a:ext>
            </a:extLst>
          </p:cNvPr>
          <p:cNvSpPr>
            <a:spLocks noGrp="1"/>
          </p:cNvSpPr>
          <p:nvPr>
            <p:ph type="dt" sz="half" idx="10"/>
          </p:nvPr>
        </p:nvSpPr>
        <p:spPr/>
        <p:txBody>
          <a:bodyPr/>
          <a:lstStyle/>
          <a:p>
            <a:fld id="{1B6371F6-8554-F34C-9876-127CDB39A14D}" type="datetimeFigureOut">
              <a:rPr lang="en-BE" smtClean="0"/>
              <a:t>15/12/2021</a:t>
            </a:fld>
            <a:endParaRPr lang="en-BE"/>
          </a:p>
        </p:txBody>
      </p:sp>
      <p:sp>
        <p:nvSpPr>
          <p:cNvPr id="5" name="Footer Placeholder 4">
            <a:extLst>
              <a:ext uri="{FF2B5EF4-FFF2-40B4-BE49-F238E27FC236}">
                <a16:creationId xmlns:a16="http://schemas.microsoft.com/office/drawing/2014/main" id="{9C985A63-688E-AC4C-B2AA-9CA4D53E4055}"/>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3766971D-14CE-AB4F-8195-4D97D8DE1B81}"/>
              </a:ext>
            </a:extLst>
          </p:cNvPr>
          <p:cNvSpPr>
            <a:spLocks noGrp="1"/>
          </p:cNvSpPr>
          <p:nvPr>
            <p:ph type="sldNum" sz="quarter" idx="12"/>
          </p:nvPr>
        </p:nvSpPr>
        <p:spPr/>
        <p:txBody>
          <a:bodyPr/>
          <a:lstStyle/>
          <a:p>
            <a:fld id="{CBD0E197-50E5-BF4F-9C67-4212B4C0441F}" type="slidenum">
              <a:rPr lang="en-BE" smtClean="0"/>
              <a:t>‹#›</a:t>
            </a:fld>
            <a:endParaRPr lang="en-BE"/>
          </a:p>
        </p:txBody>
      </p:sp>
    </p:spTree>
    <p:extLst>
      <p:ext uri="{BB962C8B-B14F-4D97-AF65-F5344CB8AC3E}">
        <p14:creationId xmlns:p14="http://schemas.microsoft.com/office/powerpoint/2010/main" val="1894947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8AFCA1-1C0B-054A-919F-EACAC41F9B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E"/>
          </a:p>
        </p:txBody>
      </p:sp>
      <p:sp>
        <p:nvSpPr>
          <p:cNvPr id="3" name="Text Placeholder 2">
            <a:extLst>
              <a:ext uri="{FF2B5EF4-FFF2-40B4-BE49-F238E27FC236}">
                <a16:creationId xmlns:a16="http://schemas.microsoft.com/office/drawing/2014/main" id="{2A4D4BD3-B960-AE44-966B-67A26AB6AA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BBF19507-2D48-FB49-9E70-B9FE87346E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6371F6-8554-F34C-9876-127CDB39A14D}" type="datetimeFigureOut">
              <a:rPr lang="en-BE" smtClean="0"/>
              <a:t>15/12/2021</a:t>
            </a:fld>
            <a:endParaRPr lang="en-BE"/>
          </a:p>
        </p:txBody>
      </p:sp>
      <p:sp>
        <p:nvSpPr>
          <p:cNvPr id="5" name="Footer Placeholder 4">
            <a:extLst>
              <a:ext uri="{FF2B5EF4-FFF2-40B4-BE49-F238E27FC236}">
                <a16:creationId xmlns:a16="http://schemas.microsoft.com/office/drawing/2014/main" id="{D50FEC9B-C74D-4541-AB48-9E2C04705A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E"/>
          </a:p>
        </p:txBody>
      </p:sp>
      <p:sp>
        <p:nvSpPr>
          <p:cNvPr id="6" name="Slide Number Placeholder 5">
            <a:extLst>
              <a:ext uri="{FF2B5EF4-FFF2-40B4-BE49-F238E27FC236}">
                <a16:creationId xmlns:a16="http://schemas.microsoft.com/office/drawing/2014/main" id="{4D143B1B-A950-A543-B079-8DD968C8F3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D0E197-50E5-BF4F-9C67-4212B4C0441F}" type="slidenum">
              <a:rPr lang="en-BE" smtClean="0"/>
              <a:t>‹#›</a:t>
            </a:fld>
            <a:endParaRPr lang="en-BE"/>
          </a:p>
        </p:txBody>
      </p:sp>
    </p:spTree>
    <p:extLst>
      <p:ext uri="{BB962C8B-B14F-4D97-AF65-F5344CB8AC3E}">
        <p14:creationId xmlns:p14="http://schemas.microsoft.com/office/powerpoint/2010/main" val="22436252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AF407-54C6-3B4C-B981-32461F4AE43A}"/>
              </a:ext>
            </a:extLst>
          </p:cNvPr>
          <p:cNvSpPr>
            <a:spLocks noGrp="1"/>
          </p:cNvSpPr>
          <p:nvPr>
            <p:ph type="ctrTitle"/>
          </p:nvPr>
        </p:nvSpPr>
        <p:spPr/>
        <p:txBody>
          <a:bodyPr/>
          <a:lstStyle/>
          <a:p>
            <a:r>
              <a:rPr lang="en-BE" dirty="0"/>
              <a:t>3D printing </a:t>
            </a:r>
          </a:p>
        </p:txBody>
      </p:sp>
      <p:sp>
        <p:nvSpPr>
          <p:cNvPr id="3" name="Subtitle 2">
            <a:extLst>
              <a:ext uri="{FF2B5EF4-FFF2-40B4-BE49-F238E27FC236}">
                <a16:creationId xmlns:a16="http://schemas.microsoft.com/office/drawing/2014/main" id="{4137BBD4-B122-4743-8E27-8BBDCFACFB7D}"/>
              </a:ext>
            </a:extLst>
          </p:cNvPr>
          <p:cNvSpPr>
            <a:spLocks noGrp="1"/>
          </p:cNvSpPr>
          <p:nvPr>
            <p:ph type="subTitle" idx="1"/>
          </p:nvPr>
        </p:nvSpPr>
        <p:spPr/>
        <p:txBody>
          <a:bodyPr/>
          <a:lstStyle/>
          <a:p>
            <a:endParaRPr lang="en-BE"/>
          </a:p>
        </p:txBody>
      </p:sp>
    </p:spTree>
    <p:extLst>
      <p:ext uri="{BB962C8B-B14F-4D97-AF65-F5344CB8AC3E}">
        <p14:creationId xmlns:p14="http://schemas.microsoft.com/office/powerpoint/2010/main" val="2525270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92939-9C55-1342-B83F-20861621E99A}"/>
              </a:ext>
            </a:extLst>
          </p:cNvPr>
          <p:cNvSpPr>
            <a:spLocks noGrp="1"/>
          </p:cNvSpPr>
          <p:nvPr>
            <p:ph type="title"/>
          </p:nvPr>
        </p:nvSpPr>
        <p:spPr/>
        <p:txBody>
          <a:bodyPr/>
          <a:lstStyle/>
          <a:p>
            <a:r>
              <a:rPr lang="en-BE" dirty="0"/>
              <a:t>verhaal</a:t>
            </a:r>
          </a:p>
        </p:txBody>
      </p:sp>
      <p:sp>
        <p:nvSpPr>
          <p:cNvPr id="3" name="Content Placeholder 2">
            <a:extLst>
              <a:ext uri="{FF2B5EF4-FFF2-40B4-BE49-F238E27FC236}">
                <a16:creationId xmlns:a16="http://schemas.microsoft.com/office/drawing/2014/main" id="{4C83EE8D-E91A-EB43-B05C-454685667AB0}"/>
              </a:ext>
            </a:extLst>
          </p:cNvPr>
          <p:cNvSpPr>
            <a:spLocks noGrp="1"/>
          </p:cNvSpPr>
          <p:nvPr>
            <p:ph idx="1"/>
          </p:nvPr>
        </p:nvSpPr>
        <p:spPr/>
        <p:txBody>
          <a:bodyPr/>
          <a:lstStyle/>
          <a:p>
            <a:r>
              <a:rPr lang="en-GB" dirty="0"/>
              <a:t>3D printers are expensive people in need of them either for business of as a hobby don't necessarily have one at home or want to invest in one I don't see a way to currently improve the existing business model however one way we could carve ourself a place in the market would be to bank on people’s laziness. </a:t>
            </a:r>
          </a:p>
          <a:p>
            <a:r>
              <a:rPr lang="en-GB" dirty="0"/>
              <a:t>people don’t necessarily use the best service available, just the one they found first. if the website of the best business in this industry is dumped on page 10 of google that show will not be successful no matter how skilled. so even if we aren’t special, we can still succeed if we get to the customers first.</a:t>
            </a:r>
            <a:endParaRPr lang="en-BE" dirty="0"/>
          </a:p>
        </p:txBody>
      </p:sp>
    </p:spTree>
    <p:extLst>
      <p:ext uri="{BB962C8B-B14F-4D97-AF65-F5344CB8AC3E}">
        <p14:creationId xmlns:p14="http://schemas.microsoft.com/office/powerpoint/2010/main" val="815756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7757D-E4E7-7649-94C9-E3B573855FC2}"/>
              </a:ext>
            </a:extLst>
          </p:cNvPr>
          <p:cNvSpPr>
            <a:spLocks noGrp="1"/>
          </p:cNvSpPr>
          <p:nvPr>
            <p:ph type="title"/>
          </p:nvPr>
        </p:nvSpPr>
        <p:spPr/>
        <p:txBody>
          <a:bodyPr/>
          <a:lstStyle/>
          <a:p>
            <a:r>
              <a:rPr lang="en-GB" dirty="0"/>
              <a:t>O</a:t>
            </a:r>
            <a:r>
              <a:rPr lang="en-BE" dirty="0"/>
              <a:t>mschrijving </a:t>
            </a:r>
          </a:p>
        </p:txBody>
      </p:sp>
      <p:sp>
        <p:nvSpPr>
          <p:cNvPr id="3" name="Content Placeholder 2">
            <a:extLst>
              <a:ext uri="{FF2B5EF4-FFF2-40B4-BE49-F238E27FC236}">
                <a16:creationId xmlns:a16="http://schemas.microsoft.com/office/drawing/2014/main" id="{5F060DAC-A126-5C49-B0C2-627ABED9635D}"/>
              </a:ext>
            </a:extLst>
          </p:cNvPr>
          <p:cNvSpPr>
            <a:spLocks noGrp="1"/>
          </p:cNvSpPr>
          <p:nvPr>
            <p:ph idx="1"/>
          </p:nvPr>
        </p:nvSpPr>
        <p:spPr/>
        <p:txBody>
          <a:bodyPr/>
          <a:lstStyle/>
          <a:p>
            <a:pPr marL="0" indent="0">
              <a:buNone/>
            </a:pPr>
            <a:r>
              <a:rPr lang="en-GB" dirty="0"/>
              <a:t>(B</a:t>
            </a:r>
            <a:r>
              <a:rPr lang="en-BE"/>
              <a:t>edrijfnaam)goal is to </a:t>
            </a:r>
          </a:p>
        </p:txBody>
      </p:sp>
    </p:spTree>
    <p:extLst>
      <p:ext uri="{BB962C8B-B14F-4D97-AF65-F5344CB8AC3E}">
        <p14:creationId xmlns:p14="http://schemas.microsoft.com/office/powerpoint/2010/main" val="4240669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AED4-A057-E345-ACA1-BB35AD22C8C5}"/>
              </a:ext>
            </a:extLst>
          </p:cNvPr>
          <p:cNvSpPr>
            <a:spLocks noGrp="1"/>
          </p:cNvSpPr>
          <p:nvPr>
            <p:ph type="title"/>
          </p:nvPr>
        </p:nvSpPr>
        <p:spPr/>
        <p:txBody>
          <a:bodyPr/>
          <a:lstStyle/>
          <a:p>
            <a:endParaRPr lang="en-BE"/>
          </a:p>
        </p:txBody>
      </p:sp>
      <p:sp>
        <p:nvSpPr>
          <p:cNvPr id="3" name="Content Placeholder 2">
            <a:extLst>
              <a:ext uri="{FF2B5EF4-FFF2-40B4-BE49-F238E27FC236}">
                <a16:creationId xmlns:a16="http://schemas.microsoft.com/office/drawing/2014/main" id="{8923E593-5931-BC42-87FB-0DEE920EBB6F}"/>
              </a:ext>
            </a:extLst>
          </p:cNvPr>
          <p:cNvSpPr>
            <a:spLocks noGrp="1"/>
          </p:cNvSpPr>
          <p:nvPr>
            <p:ph idx="1"/>
          </p:nvPr>
        </p:nvSpPr>
        <p:spPr/>
        <p:txBody>
          <a:bodyPr/>
          <a:lstStyle/>
          <a:p>
            <a:endParaRPr lang="en-BE"/>
          </a:p>
        </p:txBody>
      </p:sp>
    </p:spTree>
    <p:extLst>
      <p:ext uri="{BB962C8B-B14F-4D97-AF65-F5344CB8AC3E}">
        <p14:creationId xmlns:p14="http://schemas.microsoft.com/office/powerpoint/2010/main" val="5164965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135</Words>
  <Application>Microsoft Macintosh PowerPoint</Application>
  <PresentationFormat>Widescreen</PresentationFormat>
  <Paragraphs>6</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3D printing </vt:lpstr>
      <vt:lpstr>verhaal</vt:lpstr>
      <vt:lpstr>Omschrijving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printing </dc:title>
  <dc:creator>LAMRI SAIFI Hajar (s)</dc:creator>
  <cp:lastModifiedBy>LAMRI SAIFI Hajar (s)</cp:lastModifiedBy>
  <cp:revision>1</cp:revision>
  <dcterms:created xsi:type="dcterms:W3CDTF">2021-12-15T12:02:03Z</dcterms:created>
  <dcterms:modified xsi:type="dcterms:W3CDTF">2021-12-15T12:12:08Z</dcterms:modified>
</cp:coreProperties>
</file>